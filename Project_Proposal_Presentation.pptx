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011680"/>
            <a:ext cx="39319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Social Contagion of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Calibri"/>
              </a:defRPr>
            </a:pPr>
            <a:r>
              <a:t>How Habits and Trends Propagate Through Reddit Communities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AA"/>
                </a:solidFill>
                <a:latin typeface="Calibri"/>
              </a:defRPr>
            </a:pPr>
            <a:r>
              <a:t>Data Mining — 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AA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What are we probing?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 </a:t>
            </a:r>
            <a:r>
              <a:rPr sz="1500">
                <a:solidFill>
                  <a:srgbClr val="CCCCCC"/>
                </a:solidFill>
                <a:latin typeface="Calibri"/>
              </a:rPr>
              <a:t>How trends (fitness routines, study habits, diets, productivity methods) spread through Reddit user networks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 </a:t>
            </a:r>
            <a:r>
              <a:rPr sz="1500">
                <a:solidFill>
                  <a:srgbClr val="CCCCCC"/>
                </a:solidFill>
                <a:latin typeface="Calibri"/>
              </a:rPr>
              <a:t>Whether early network structure can predict which trends go viral vs. fade out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 </a:t>
            </a:r>
            <a:r>
              <a:rPr sz="1500">
                <a:solidFill>
                  <a:srgbClr val="CCCCCC"/>
                </a:solidFill>
                <a:latin typeface="Calibri"/>
              </a:rPr>
              <a:t>Cross-community propagation — do trends jump subreddits through shared users?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Why is this important?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E696"/>
                </a:solidFill>
                <a:latin typeface="Calibri"/>
              </a:rPr>
              <a:t>▸  </a:t>
            </a:r>
            <a:r>
              <a:rPr sz="1500">
                <a:solidFill>
                  <a:srgbClr val="CCCCCC"/>
                </a:solidFill>
                <a:latin typeface="Calibri"/>
              </a:rPr>
              <a:t>Social contagion drives real-world behavior change — understanding its mechanics helps public health, marketing, and community design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E696"/>
                </a:solidFill>
                <a:latin typeface="Calibri"/>
              </a:rPr>
              <a:t>▸  </a:t>
            </a:r>
            <a:r>
              <a:rPr sz="1500">
                <a:solidFill>
                  <a:srgbClr val="CCCCCC"/>
                </a:solidFill>
                <a:latin typeface="Calibri"/>
              </a:rPr>
              <a:t>Reddit is ideal: pseudonymous users participate across many communities, creating a natural social graph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E696"/>
                </a:solidFill>
                <a:latin typeface="Calibri"/>
              </a:rPr>
              <a:t>▸  </a:t>
            </a:r>
            <a:r>
              <a:rPr sz="1500">
                <a:solidFill>
                  <a:srgbClr val="CCCCCC"/>
                </a:solidFill>
                <a:latin typeface="Calibri"/>
              </a:rPr>
              <a:t>Existing studies focus on Twitter/X cascades — Reddit's community-based structure is under-explored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097280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Core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8C42"/>
                </a:solidFill>
                <a:latin typeface="Calibri"/>
              </a:rPr>
              <a:t>▸  </a:t>
            </a:r>
            <a:r>
              <a:rPr sz="1500">
                <a:solidFill>
                  <a:srgbClr val="CCCCCC"/>
                </a:solidFill>
                <a:latin typeface="Calibri"/>
              </a:rPr>
              <a:t>People don't adopt trends in isolation — they are influenced by who they interact with. By modeling Reddit as a social graph (users = nodes, replies = edges), we can study contagion as a network phenomenon, not just a popularity metric.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8C42"/>
                </a:solidFill>
                <a:latin typeface="Calibri"/>
              </a:rPr>
              <a:t>▸  </a:t>
            </a:r>
            <a:r>
              <a:rPr sz="1500">
                <a:solidFill>
                  <a:srgbClr val="CCCCCC"/>
                </a:solidFill>
                <a:latin typeface="Calibri"/>
              </a:rPr>
              <a:t>This lets us ask: is it the content that makes a trend viral, or the network position of its early adopters?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926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FF"/>
                </a:solidFill>
                <a:latin typeface="Calibri"/>
              </a:defRPr>
            </a:pPr>
            <a:r>
              <a:t>Key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Cheng et al. (2014) — "Can Cascades be Predicted?"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7B2F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Studied information cascades on Facebook using reshare trees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7B2F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Found that structural features of early cascade shape (depth, breadth) predict final size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7B2F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Achieved ~80% accuracy predicting cascade growth using temporal + structural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2926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How Our Work Differs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Platform: Reddit communities vs. Facebook reshares — fundamentally different social structure (topic-based communities vs. friend networks)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Granularity: We study topic-level trends (clusters of posts) rather than single-post cascades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Graph construction: We build a user interaction graph from comment reply chains, not reshare trees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Focus: Cross-community propagation — how trends jump between subreddits via shared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1097280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99AA"/>
                </a:solidFill>
                <a:latin typeface="Calibri"/>
              </a:defRPr>
            </a:pPr>
            <a:r>
              <a:t>Additional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9999AA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Bakshy et al. (2012) studied the role of weak ties in information diffusion on Facebook, showing that diverse network connections amplify spread — we test whether the same holds on Reddit's community graph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9999AA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Weng et al. (2013) predicted viral memes on Twitter using network features — similar ML approach but applied to a different platform with different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097280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19"/>
            <a:ext cx="640080" cy="3657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Trends whose early adopters (first 25% of users) have higher average degree centrality in the interaction graph will achieve greater total reach (more unique users).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Measurable: Compare mean degree centrality of early adopters between viral vs. non-viral trend clusters using a two-sample t-test.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097280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154679"/>
            <a:ext cx="640080" cy="36576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Trends that spread to 3+ subreddits within the first 12 hours will be significantly more likely to be classified as viral than single-subreddit trends.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947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Measurable: Cross-subreddit count at t=12h as a binary feature; test significance via chi-squared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79"/>
            <a:ext cx="10972800" cy="1554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892040"/>
            <a:ext cx="64008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84631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 Random Forest model using early-spread graph features (12h window) can predict trend virality with F1 &gt; 0.65, outperforming a Logistic Regression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5321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Measurable: Cross-validated F1 score comparison between the two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Data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8C42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Custom Python web scraper built with Requests + BeautifulSoup to extract posts and full comment trees from ~25 habit-related subreddits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8C42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Scraper parses subreddit listing pages and individual post pages, handling pagination and nested comment threads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8C42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Rate-limited to respect Reddit's robots.txt (1–2s delay between requests, rotating User-Agent headers)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8C42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Raw HTML responses cached locally for reproducibility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Subreddit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Gemini API used to identify 20–30 relevant subreddits across habit categories: fitness, diet, productivity, study, sleep, meditation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Automated seed subreddit expansion — Gemini suggests related communities based on topic similarity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Results cached in subreddits.json to ensure consistent reruns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Structured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posts.csv — post_id, subreddit, author, title, selftext, score, num_comments, created_utc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comments.csv — comment_id, post_id, parent_id, author, body, score, created_utc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E696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Scope: ~1 week of data across all target subreddits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FF"/>
                </a:solidFill>
                <a:latin typeface="Calibri"/>
              </a:defRPr>
            </a:pPr>
            <a:r>
              <a:t>Scale Estimates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7B2F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~25 subreddits × ~200 posts each = ~5,000 posts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7B2F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~10–20 comments per post = ~50,000–100,000 comments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7B2F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Expected unique users: ~30,000–50,000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7B2F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Graph edges (reply interactions): ~80,000–150,000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2468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1. Graph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Build directed user interaction graph with NetworkX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Nodes = users, Edges = reply interactions (commenter → author)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Edge weights = interaction frequency; attributes include subreddit, timestamp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2FF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Filter out bots, deleted accounts, AutoModerator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188720"/>
            <a:ext cx="5394960" cy="2468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alibri"/>
              </a:defRPr>
            </a:pPr>
            <a:r>
              <a:t>2. Trend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1737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E696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TF-IDF vectorization of post titles + body text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E696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K-Means clustering to identify topic clusters (trends)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E696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Label clusters by top TF-IDF terms (e.g., "creatine, supplement, dose")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E696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Assign users to trends via their posts/comments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394960" cy="2468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0233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B2FFF"/>
                </a:solidFill>
                <a:latin typeface="Calibri"/>
              </a:defRPr>
            </a:pPr>
            <a:r>
              <a:t>3. Propagation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48055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7B2FFF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Measure adoption curves: cumulative unique users over time per trend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7B2FFF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Compute propagation speed (users/hour in first 24h)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7B2FFF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Network spread: degree centrality of early vs. late adopters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7B2FFF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Cross-subreddit reach: distinct subreddits per trend over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931920"/>
            <a:ext cx="5394960" cy="2468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40233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Calibri"/>
              </a:defRPr>
            </a:pPr>
            <a:r>
              <a:t>4. Virality Prediction (ML)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448055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8C42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Binary classification: viral (above-median reach) vs. not-viral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8C42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Features from first 12h: user count, growth rate, centrality, subreddit count, post score, comment depth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8C42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Models: Logistic Regression (baseline) + Random Forest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8C42"/>
                </a:solidFill>
                <a:latin typeface="Calibri"/>
              </a:rPr>
              <a:t>▸  </a:t>
            </a:r>
            <a:r>
              <a:rPr sz="1300">
                <a:solidFill>
                  <a:srgbClr val="CCCCCC"/>
                </a:solidFill>
                <a:latin typeface="Calibri"/>
              </a:rPr>
              <a:t>Evaluation: cross-validation (F1, precision, recall, accuracy), feature importance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Software &amp; Libraries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42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HTTP requests for web scraping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BeautifulSoup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HTML parsing and content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Google GenAI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Gemini API for subreddit discovery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8016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Graph &amp; Network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NetworkX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Graph construction, centrality metrics, community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37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Data wrangling, CSV handling, time-series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TF-IDF, K-Means, Logistic Regression, Random Forest, cross-validation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28016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F"/>
                </a:solidFill>
                <a:latin typeface="Calibri"/>
              </a:defRPr>
            </a:pPr>
            <a:r>
              <a:t>Visualization &amp;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Matplotlib + Seaborn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Statistical plots, adoption curves, network visualizations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Jupyter Notebook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337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Interactive analysis and reproducible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Runtime:  Python 3.12  |  Package Manager: UV  |  Version Control: Git +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Schedule &amp; Workload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3291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Week 1</a:t>
            </a:r>
            <a:br/>
            <a:r>
              <a:t>Mar 25–31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82880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Scrape Reddit data</a:t>
            </a:r>
            <a:br/>
            <a:r>
              <a:t>from 25 subreddits.</a:t>
            </a:r>
            <a:br/>
            <a:r>
              <a:t>Clean &amp; structure</a:t>
            </a:r>
            <a:br/>
            <a:r>
              <a:t>into CSVs.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560320"/>
            <a:ext cx="274320" cy="27432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280160"/>
            <a:ext cx="2651760" cy="3291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Week 2</a:t>
            </a:r>
            <a:br/>
            <a:r>
              <a:t>Apr 1–7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Graph + Trends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4231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5603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Build interaction</a:t>
            </a:r>
            <a:br/>
            <a:r>
              <a:t>graph. Run TF-IDF +</a:t>
            </a:r>
            <a:br/>
            <a:r>
              <a:t>K-Means clustering</a:t>
            </a:r>
            <a:br/>
            <a:r>
              <a:t>for trend detection.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2560320"/>
            <a:ext cx="274320" cy="27432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280160"/>
            <a:ext cx="2651760" cy="3291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Week 3</a:t>
            </a:r>
            <a:br/>
            <a:r>
              <a:t>Apr 8–14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alibri"/>
              </a:defRPr>
            </a:pPr>
            <a:r>
              <a:t>Analysis + 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42316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Compute propagation</a:t>
            </a:r>
            <a:br/>
            <a:r>
              <a:t>metrics. Train</a:t>
            </a:r>
            <a:br/>
            <a:r>
              <a:t>LogReg + RF models.</a:t>
            </a:r>
            <a:br/>
            <a:r>
              <a:t>Cross-validate.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52559" y="2560320"/>
            <a:ext cx="274320" cy="27432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19" y="1280160"/>
            <a:ext cx="2651760" cy="3291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Week 4</a:t>
            </a:r>
            <a:br/>
            <a:r>
              <a:t>Apr 15–21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F"/>
                </a:solidFill>
                <a:latin typeface="Calibri"/>
              </a:defRPr>
            </a:pPr>
            <a:r>
              <a:t>Results +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599" y="2423160"/>
            <a:ext cx="1828800" cy="381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599" y="25603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Generate visualizations.</a:t>
            </a:r>
            <a:br/>
            <a:r>
              <a:t>Write final report.</a:t>
            </a:r>
            <a:br/>
            <a:r>
              <a:t>Prepare presentation.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46320"/>
            <a:ext cx="1106424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Workload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All members collaborate on every phase — no strict siloing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Individual leads rotate per milestone to ensure shared ownership and cross-functional learning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▸  </a:t>
            </a:r>
            <a:r>
              <a:rPr sz="1400">
                <a:solidFill>
                  <a:srgbClr val="CCCCCC"/>
                </a:solidFill>
                <a:latin typeface="Calibri"/>
              </a:rPr>
              <a:t>Code reviews and pair programming sessions to maintain quality across all components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